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01937c2-9448-aecc-b205-ba93e8d91493}">
          <p14:sldIdLst>
            <p14:sldId id="256"/>
          </p14:sldIdLst>
        </p14:section>
        <p14:section name="Problem and solution" id="{b57ed675-3204-82f4-28c5-9916f5c3424c}">
          <p14:sldIdLst>
            <p14:sldId id="257"/>
            <p14:sldId id="258"/>
            <p14:sldId id="259"/>
          </p14:sldIdLst>
        </p14:section>
        <p14:section name="How it works" id="{668a554a-217a-2d38-b998-c6d2cfc946eb}">
          <p14:sldIdLst>
            <p14:sldId id="260"/>
            <p14:sldId id="261"/>
          </p14:sldIdLst>
        </p14:section>
        <p14:section name="Results" id="{251306a5-e9eb-a8da-446f-195c00c5d83b}">
          <p14:sldIdLst>
            <p14:sldId id="262"/>
            <p14:sldId id="263"/>
          </p14:sldIdLst>
        </p14:section>
        <p14:section name="Close" id="{fa4cd4ce-8d62-c5db-e5d4-5aaedae08983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[Your measure — replace the sample values]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</c:v>
                </c:pt>
              </c:strCache>
            </c:strRef>
          </c:tx>
          <c:spPr>
            <a:solidFill>
              <a:srgbClr val="9FD3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D3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A5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</c:v>
                  </c:pt>
                  <c:pt idx="1">
                    <c:v>After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20 seconds. Introduce yourself and the team. Say the project name and one sentence about what it does. Delete the small grey help line at the bottom of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about 1 minute. Open with the number — it grabs attention. Explain the three pain points in your own words. One real example or story makes it memorable.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about 1 minute. Say the one-line description, then name the three key features. Do not go into technical detail yet — that comes on the architecture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45 seconds. Objectives must be measurable — you will come back to them on the Results slide and say whether each one was 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about 1.5 minutes. Follow ONE example request through the diagram: “When a student clicks X, the app calls the API, which checks the token, reads the database and returns…”. Replace the boxes with your real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about 2 minutes. Show ONE complete journey, not every screen. Log in before the talk, zoom the browser to 125%, and keep a recorded backup video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about 1 minute. Right-click the chart → Edit Data to enter your real numbers. Go back to each objective and say clearly whether it was met. Honesty about partial results earns respect.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minute. Pick ONE honest challenge. Examiners love to hear how you investigated and fixed a real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45 seconds. Repeat your key message, then give 2–3 realistic next steps. Finish strongly — do not just trail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 Listen to the whole question, pause, then answer briefly. If you do not know: “I am not sure, but I would find out by…”.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[Project name] · [Module] · [Group]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[Project name]: [one-line description]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[Final Year Project Presentation] · [Group] · [Year]</a:t>
            </a:r>
            <a:endParaRPr lang="en-US" sz="1600" dirty="0"/>
          </a:p>
        </p:txBody>
      </p:sp>
      <p:sp>
        <p:nvSpPr>
          <p:cNvPr id="4" name="template note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Replace every [bracketed] text. Open the speaker notes (View → Notes) for what to say on each slide.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problem: [state it as a headline]</a:t>
            </a:r>
            <a:endParaRPr lang="en-US" sz="2800" dirty="0"/>
          </a:p>
        </p:txBody>
      </p:sp>
      <p:sp>
        <p:nvSpPr>
          <p:cNvPr id="3" name="stat"/>
          <p:cNvSpPr txBox="1"/>
          <p:nvPr/>
        </p:nvSpPr>
        <p:spPr>
          <a:xfrm>
            <a:off x="548640" y="1188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[Big number]</a:t>
            </a:r>
            <a:endParaRPr lang="en-US" sz="5400" dirty="0"/>
          </a:p>
        </p:txBody>
      </p:sp>
      <p:sp>
        <p:nvSpPr>
          <p:cNvPr id="4" name="stat label"/>
          <p:cNvSpPr txBox="1"/>
          <p:nvPr/>
        </p:nvSpPr>
        <p:spPr>
          <a:xfrm>
            <a:off x="54864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[What the number means, in a few words]</a:t>
            </a:r>
            <a:endParaRPr lang="en-US" sz="1500" dirty="0"/>
          </a:p>
        </p:txBody>
      </p:sp>
      <p:sp>
        <p:nvSpPr>
          <p:cNvPr id="5" name="stat source"/>
          <p:cNvSpPr txBox="1"/>
          <p:nvPr/>
        </p:nvSpPr>
        <p:spPr>
          <a:xfrm>
            <a:off x="548640" y="3154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[Source of the number, e.g. our survey, n = 50]</a:t>
            </a:r>
            <a:endParaRPr lang="en-US" sz="1100" dirty="0"/>
          </a:p>
        </p:txBody>
      </p:sp>
      <p:sp>
        <p:nvSpPr>
          <p:cNvPr id="6" name="pain 1 circle"/>
          <p:cNvSpPr/>
          <p:nvPr/>
        </p:nvSpPr>
        <p:spPr>
          <a:xfrm>
            <a:off x="4297680" y="1188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ai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8381" y="1309421"/>
            <a:ext cx="307238" cy="307238"/>
          </a:xfrm>
          <a:prstGeom prst="rect">
            <a:avLst/>
          </a:prstGeom>
        </p:spPr>
      </p:pic>
      <p:sp>
        <p:nvSpPr>
          <p:cNvPr id="8" name="pain text 1"/>
          <p:cNvSpPr txBox="1"/>
          <p:nvPr/>
        </p:nvSpPr>
        <p:spPr>
          <a:xfrm>
            <a:off x="5029200" y="11430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[Pain point 1]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[One short sentence explaining it]</a:t>
            </a:r>
            <a:endParaRPr lang="en-US" sz="1500" dirty="0"/>
          </a:p>
        </p:txBody>
      </p:sp>
      <p:sp>
        <p:nvSpPr>
          <p:cNvPr id="9" name="pain 2 circle"/>
          <p:cNvSpPr/>
          <p:nvPr/>
        </p:nvSpPr>
        <p:spPr>
          <a:xfrm>
            <a:off x="4297680" y="21945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ai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381" y="2315261"/>
            <a:ext cx="307238" cy="307238"/>
          </a:xfrm>
          <a:prstGeom prst="rect">
            <a:avLst/>
          </a:prstGeom>
        </p:spPr>
      </p:pic>
      <p:sp>
        <p:nvSpPr>
          <p:cNvPr id="11" name="pain text 2"/>
          <p:cNvSpPr txBox="1"/>
          <p:nvPr/>
        </p:nvSpPr>
        <p:spPr>
          <a:xfrm>
            <a:off x="5029200" y="21488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[Pain point 2]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[One short sentence explaining it]</a:t>
            </a:r>
            <a:endParaRPr lang="en-US" sz="1500" dirty="0"/>
          </a:p>
        </p:txBody>
      </p:sp>
      <p:sp>
        <p:nvSpPr>
          <p:cNvPr id="12" name="pain 3 circle"/>
          <p:cNvSpPr/>
          <p:nvPr/>
        </p:nvSpPr>
        <p:spPr>
          <a:xfrm>
            <a:off x="429768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pai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381" y="3321101"/>
            <a:ext cx="307238" cy="307238"/>
          </a:xfrm>
          <a:prstGeom prst="rect">
            <a:avLst/>
          </a:prstGeom>
        </p:spPr>
      </p:pic>
      <p:sp>
        <p:nvSpPr>
          <p:cNvPr id="14" name="pain text 3"/>
          <p:cNvSpPr txBox="1"/>
          <p:nvPr/>
        </p:nvSpPr>
        <p:spPr>
          <a:xfrm>
            <a:off x="5029200" y="31546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[Pain point 3]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[One short sentence explaining it]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Our solution: [Project name]</a:t>
            </a:r>
            <a:endParaRPr lang="en-US" sz="2800" dirty="0"/>
          </a:p>
        </p:txBody>
      </p:sp>
      <p:sp>
        <p:nvSpPr>
          <p:cNvPr id="3" name="one-liner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[One sentence: what you built, for whom, and the main benefit.]</a:t>
            </a:r>
            <a:endParaRPr lang="en-US" sz="1800" dirty="0"/>
          </a:p>
        </p:txBody>
      </p:sp>
      <p:sp>
        <p:nvSpPr>
          <p:cNvPr id="4" name="feature card 1"/>
          <p:cNvSpPr/>
          <p:nvPr/>
        </p:nvSpPr>
        <p:spPr>
          <a:xfrm>
            <a:off x="548640" y="2011680"/>
            <a:ext cx="25146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eature 1 circle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360981"/>
            <a:ext cx="307238" cy="307238"/>
          </a:xfrm>
          <a:prstGeom prst="rect">
            <a:avLst/>
          </a:prstGeom>
        </p:spPr>
      </p:pic>
      <p:sp>
        <p:nvSpPr>
          <p:cNvPr id="7" name="feature text 1"/>
          <p:cNvSpPr txBox="1"/>
          <p:nvPr/>
        </p:nvSpPr>
        <p:spPr>
          <a:xfrm>
            <a:off x="77724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[Key feature 1]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[What the user can do with it]</a:t>
            </a:r>
            <a:endParaRPr lang="en-US" sz="1500" dirty="0"/>
          </a:p>
        </p:txBody>
      </p:sp>
      <p:sp>
        <p:nvSpPr>
          <p:cNvPr id="8" name="feature card 2"/>
          <p:cNvSpPr/>
          <p:nvPr/>
        </p:nvSpPr>
        <p:spPr>
          <a:xfrm>
            <a:off x="3291840" y="2011680"/>
            <a:ext cx="25146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eature 2 circle"/>
          <p:cNvSpPr/>
          <p:nvPr/>
        </p:nvSpPr>
        <p:spPr>
          <a:xfrm>
            <a:off x="3520440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141" y="2360981"/>
            <a:ext cx="307238" cy="307238"/>
          </a:xfrm>
          <a:prstGeom prst="rect">
            <a:avLst/>
          </a:prstGeom>
        </p:spPr>
      </p:pic>
      <p:sp>
        <p:nvSpPr>
          <p:cNvPr id="11" name="feature text 2"/>
          <p:cNvSpPr txBox="1"/>
          <p:nvPr/>
        </p:nvSpPr>
        <p:spPr>
          <a:xfrm>
            <a:off x="352044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[Key feature 2]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[What the user can do with it]</a:t>
            </a:r>
            <a:endParaRPr lang="en-US" sz="1500" dirty="0"/>
          </a:p>
        </p:txBody>
      </p:sp>
      <p:sp>
        <p:nvSpPr>
          <p:cNvPr id="12" name="feature card 3"/>
          <p:cNvSpPr/>
          <p:nvPr/>
        </p:nvSpPr>
        <p:spPr>
          <a:xfrm>
            <a:off x="6035040" y="2011680"/>
            <a:ext cx="25146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feature 3 circle"/>
          <p:cNvSpPr/>
          <p:nvPr/>
        </p:nvSpPr>
        <p:spPr>
          <a:xfrm>
            <a:off x="6263640" y="22402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2360981"/>
            <a:ext cx="307238" cy="307238"/>
          </a:xfrm>
          <a:prstGeom prst="rect">
            <a:avLst/>
          </a:prstGeom>
        </p:spPr>
      </p:pic>
      <p:sp>
        <p:nvSpPr>
          <p:cNvPr id="15" name="feature text 3"/>
          <p:cNvSpPr txBox="1"/>
          <p:nvPr/>
        </p:nvSpPr>
        <p:spPr>
          <a:xfrm>
            <a:off x="626364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[Key feature 3]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[What the user can do with it]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3" name="objective number bg 1"/>
          <p:cNvSpPr/>
          <p:nvPr/>
        </p:nvSpPr>
        <p:spPr>
          <a:xfrm>
            <a:off x="548640" y="12344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objective number 1"/>
          <p:cNvSpPr txBox="1"/>
          <p:nvPr/>
        </p:nvSpPr>
        <p:spPr>
          <a:xfrm>
            <a:off x="54864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objective text 1"/>
          <p:cNvSpPr txBox="1"/>
          <p:nvPr/>
        </p:nvSpPr>
        <p:spPr>
          <a:xfrm>
            <a:off x="1371600" y="121615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[Measurable objective 1]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[How you will know it is achieved — e.g. “in under 1 minute”, “with 20 users”]</a:t>
            </a:r>
            <a:endParaRPr lang="en-US" sz="1600" dirty="0"/>
          </a:p>
        </p:txBody>
      </p:sp>
      <p:sp>
        <p:nvSpPr>
          <p:cNvPr id="6" name="objective number bg 2"/>
          <p:cNvSpPr/>
          <p:nvPr/>
        </p:nvSpPr>
        <p:spPr>
          <a:xfrm>
            <a:off x="548640" y="228600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objective number 2"/>
          <p:cNvSpPr txBox="1"/>
          <p:nvPr/>
        </p:nvSpPr>
        <p:spPr>
          <a:xfrm>
            <a:off x="54864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objective text 2"/>
          <p:cNvSpPr txBox="1"/>
          <p:nvPr/>
        </p:nvSpPr>
        <p:spPr>
          <a:xfrm>
            <a:off x="1371600" y="22677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[Measurable objective 2]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[How you will know it is achieved — e.g. “in under 1 minute”, “with 20 users”]</a:t>
            </a:r>
            <a:endParaRPr lang="en-US" sz="1600" dirty="0"/>
          </a:p>
        </p:txBody>
      </p:sp>
      <p:sp>
        <p:nvSpPr>
          <p:cNvPr id="9" name="objective number bg 3"/>
          <p:cNvSpPr/>
          <p:nvPr/>
        </p:nvSpPr>
        <p:spPr>
          <a:xfrm>
            <a:off x="548640" y="333756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objective number 3"/>
          <p:cNvSpPr txBox="1"/>
          <p:nvPr/>
        </p:nvSpPr>
        <p:spPr>
          <a:xfrm>
            <a:off x="54864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objective text 3"/>
          <p:cNvSpPr txBox="1"/>
          <p:nvPr/>
        </p:nvSpPr>
        <p:spPr>
          <a:xfrm>
            <a:off x="1371600" y="331927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[Measurable objective 3]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[How you will know it is achieved — e.g. “in under 1 minute”, “with 20 users”]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3" name="arch box 1"/>
          <p:cNvSpPr/>
          <p:nvPr/>
        </p:nvSpPr>
        <p:spPr>
          <a:xfrm>
            <a:off x="548640" y="146304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rch 1 circle"/>
          <p:cNvSpPr/>
          <p:nvPr/>
        </p:nvSpPr>
        <p:spPr>
          <a:xfrm>
            <a:off x="146304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rch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41" y="1766621"/>
            <a:ext cx="307238" cy="307238"/>
          </a:xfrm>
          <a:prstGeom prst="rect">
            <a:avLst/>
          </a:prstGeom>
        </p:spPr>
      </p:pic>
      <p:sp>
        <p:nvSpPr>
          <p:cNvPr id="6" name="arch text 1"/>
          <p:cNvSpPr txBox="1"/>
          <p:nvPr/>
        </p:nvSpPr>
        <p:spPr>
          <a:xfrm>
            <a:off x="64008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[Clients]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[e.g. React web · Flutter app]</a:t>
            </a:r>
            <a:endParaRPr lang="en-US" sz="1500" dirty="0"/>
          </a:p>
        </p:txBody>
      </p:sp>
      <p:sp>
        <p:nvSpPr>
          <p:cNvPr id="7" name="arch arrow 1"/>
          <p:cNvSpPr/>
          <p:nvPr/>
        </p:nvSpPr>
        <p:spPr>
          <a:xfrm>
            <a:off x="2999232" y="2148840"/>
            <a:ext cx="36576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arch box 2"/>
          <p:cNvSpPr/>
          <p:nvPr/>
        </p:nvSpPr>
        <p:spPr>
          <a:xfrm>
            <a:off x="3429000" y="146304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arch 2 circle"/>
          <p:cNvSpPr/>
          <p:nvPr/>
        </p:nvSpPr>
        <p:spPr>
          <a:xfrm>
            <a:off x="4343400" y="16459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arch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101" y="1766621"/>
            <a:ext cx="307238" cy="307238"/>
          </a:xfrm>
          <a:prstGeom prst="rect">
            <a:avLst/>
          </a:prstGeom>
        </p:spPr>
      </p:pic>
      <p:sp>
        <p:nvSpPr>
          <p:cNvPr id="11" name="arch text 2"/>
          <p:cNvSpPr txBox="1"/>
          <p:nvPr/>
        </p:nvSpPr>
        <p:spPr>
          <a:xfrm>
            <a:off x="352044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[Backend API]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[e.g. ASP.NET Core · JWT]</a:t>
            </a:r>
            <a:endParaRPr lang="en-US" sz="1500" dirty="0"/>
          </a:p>
        </p:txBody>
      </p:sp>
      <p:sp>
        <p:nvSpPr>
          <p:cNvPr id="12" name="arch arrow 2"/>
          <p:cNvSpPr/>
          <p:nvPr/>
        </p:nvSpPr>
        <p:spPr>
          <a:xfrm>
            <a:off x="5879592" y="2148840"/>
            <a:ext cx="36576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arch box 3"/>
          <p:cNvSpPr/>
          <p:nvPr/>
        </p:nvSpPr>
        <p:spPr>
          <a:xfrm>
            <a:off x="6309360" y="146304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arch 3 circle"/>
          <p:cNvSpPr/>
          <p:nvPr/>
        </p:nvSpPr>
        <p:spPr>
          <a:xfrm>
            <a:off x="7223760" y="16459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rch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461" y="1766621"/>
            <a:ext cx="307238" cy="307238"/>
          </a:xfrm>
          <a:prstGeom prst="rect">
            <a:avLst/>
          </a:prstGeom>
        </p:spPr>
      </p:pic>
      <p:sp>
        <p:nvSpPr>
          <p:cNvPr id="16" name="arch text 3"/>
          <p:cNvSpPr txBox="1"/>
          <p:nvPr/>
        </p:nvSpPr>
        <p:spPr>
          <a:xfrm>
            <a:off x="640080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[Database]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[e.g. PostgreSQL]</a:t>
            </a:r>
            <a:endParaRPr lang="en-US" sz="1500" dirty="0"/>
          </a:p>
        </p:txBody>
      </p:sp>
      <p:sp>
        <p:nvSpPr>
          <p:cNvPr id="17" name="external services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[External services, e.g. Gemini API, EmailJS, Cloudinary — add a box or list them here]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Live demo</a:t>
            </a:r>
            <a:endParaRPr lang="en-US" sz="2800" dirty="0"/>
          </a:p>
        </p:txBody>
      </p:sp>
      <p:sp>
        <p:nvSpPr>
          <p:cNvPr id="3" name="demo circle"/>
          <p:cNvSpPr/>
          <p:nvPr/>
        </p:nvSpPr>
        <p:spPr>
          <a:xfrm>
            <a:off x="548640" y="1234440"/>
            <a:ext cx="1097280" cy="10972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dem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1475842"/>
            <a:ext cx="614477" cy="614477"/>
          </a:xfrm>
          <a:prstGeom prst="rect">
            <a:avLst/>
          </a:prstGeom>
        </p:spPr>
      </p:pic>
      <p:sp>
        <p:nvSpPr>
          <p:cNvPr id="5" name="demo steps"/>
          <p:cNvSpPr txBox="1"/>
          <p:nvPr/>
        </p:nvSpPr>
        <p:spPr>
          <a:xfrm>
            <a:off x="1920240" y="118872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Demo journey: [user goal]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[Step one]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[Step two]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[Step three]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4. [Result the user sees]</a:t>
            </a:r>
            <a:endParaRPr lang="en-US" sz="1800" dirty="0"/>
          </a:p>
        </p:txBody>
      </p:sp>
      <p:sp>
        <p:nvSpPr>
          <p:cNvPr id="6" name="demo backup"/>
          <p:cNvSpPr txBox="1"/>
          <p:nvPr/>
        </p:nvSpPr>
        <p:spPr>
          <a:xfrm>
            <a:off x="1920240" y="384048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Backup: [link to a recorded demo video, in case the live demo fails]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Results: [headline of your main result]</a:t>
            </a:r>
            <a:endParaRPr lang="en-US" sz="2800" dirty="0"/>
          </a:p>
        </p:txBody>
      </p:sp>
      <p:graphicFrame>
        <p:nvGraphicFramePr>
          <p:cNvPr id="3" name="results chart" descr=""/>
          <p:cNvGraphicFramePr/>
          <p:nvPr/>
        </p:nvGraphicFramePr>
        <p:xfrm>
          <a:off x="548640" y="11887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bjective results"/>
          <p:cNvSpPr txBox="1"/>
          <p:nvPr/>
        </p:nvSpPr>
        <p:spPr>
          <a:xfrm>
            <a:off x="5577840" y="128016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Objective 1 — [met / partly / not met]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Objective 2 — [evidence]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Objective 3 — [evidence]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Challenges and what we learned</a:t>
            </a:r>
            <a:endParaRPr lang="en-US" sz="2800" dirty="0"/>
          </a:p>
        </p:txBody>
      </p:sp>
      <p:sp>
        <p:nvSpPr>
          <p:cNvPr id="3" name="lesson 1 circle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lesson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400861"/>
            <a:ext cx="307238" cy="307238"/>
          </a:xfrm>
          <a:prstGeom prst="rect">
            <a:avLst/>
          </a:prstGeom>
        </p:spPr>
      </p:pic>
      <p:sp>
        <p:nvSpPr>
          <p:cNvPr id="5" name="lesson text 1"/>
          <p:cNvSpPr txBox="1"/>
          <p:nvPr/>
        </p:nvSpPr>
        <p:spPr>
          <a:xfrm>
            <a:off x="548640" y="19659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Challenge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[The hardest problem you faced]</a:t>
            </a:r>
            <a:endParaRPr lang="en-US" sz="1600" dirty="0"/>
          </a:p>
        </p:txBody>
      </p:sp>
      <p:sp>
        <p:nvSpPr>
          <p:cNvPr id="6" name="lesson 2 circle"/>
          <p:cNvSpPr/>
          <p:nvPr/>
        </p:nvSpPr>
        <p:spPr>
          <a:xfrm>
            <a:off x="3291840" y="1280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lesson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541" y="1400861"/>
            <a:ext cx="307238" cy="307238"/>
          </a:xfrm>
          <a:prstGeom prst="rect">
            <a:avLst/>
          </a:prstGeom>
        </p:spPr>
      </p:pic>
      <p:sp>
        <p:nvSpPr>
          <p:cNvPr id="8" name="lesson text 2"/>
          <p:cNvSpPr txBox="1"/>
          <p:nvPr/>
        </p:nvSpPr>
        <p:spPr>
          <a:xfrm>
            <a:off x="3291840" y="19659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we solved it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[What you tried and what worked]</a:t>
            </a:r>
            <a:endParaRPr lang="en-US" sz="1600" dirty="0"/>
          </a:p>
        </p:txBody>
      </p:sp>
      <p:sp>
        <p:nvSpPr>
          <p:cNvPr id="9" name="lesson 3 circle"/>
          <p:cNvSpPr/>
          <p:nvPr/>
        </p:nvSpPr>
        <p:spPr>
          <a:xfrm>
            <a:off x="6035040" y="128016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lesson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741" y="1400861"/>
            <a:ext cx="307238" cy="307238"/>
          </a:xfrm>
          <a:prstGeom prst="rect">
            <a:avLst/>
          </a:prstGeom>
        </p:spPr>
      </p:pic>
      <p:sp>
        <p:nvSpPr>
          <p:cNvPr id="11" name="lesson text 3"/>
          <p:cNvSpPr txBox="1"/>
          <p:nvPr/>
        </p:nvSpPr>
        <p:spPr>
          <a:xfrm>
            <a:off x="6035040" y="1965960"/>
            <a:ext cx="2514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we learned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[The lesson you will take forward]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Conclusion and next steps</a:t>
            </a:r>
            <a:endParaRPr lang="en-US" sz="2800" dirty="0"/>
          </a:p>
        </p:txBody>
      </p:sp>
      <p:sp>
        <p:nvSpPr>
          <p:cNvPr id="3" name="key message bg"/>
          <p:cNvSpPr/>
          <p:nvPr/>
        </p:nvSpPr>
        <p:spPr>
          <a:xfrm>
            <a:off x="548640" y="1188720"/>
            <a:ext cx="8046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ey message"/>
          <p:cNvSpPr txBox="1"/>
          <p:nvPr/>
        </p:nvSpPr>
        <p:spPr>
          <a:xfrm>
            <a:off x="777240" y="12344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[Your one key message — the sentence you want everyone to remember]</a:t>
            </a:r>
            <a:endParaRPr lang="en-US" sz="1800" dirty="0"/>
          </a:p>
        </p:txBody>
      </p:sp>
      <p:sp>
        <p:nvSpPr>
          <p:cNvPr id="5" name="future work"/>
          <p:cNvSpPr txBox="1"/>
          <p:nvPr/>
        </p:nvSpPr>
        <p:spPr>
          <a:xfrm>
            <a:off x="548640" y="25146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[Future improvement 1]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[Future improvement 2]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[Future improvement 3]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Questions?  ·  [GitHub link or demo URL]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Mentor Emerald">
  <a:themeElements>
    <a:clrScheme name="ProjectMentor Emerald">
      <a:dk1>
        <a:srgbClr val="1B2420"/>
      </a:dk1>
      <a:lt1>
        <a:srgbClr val="FFFFFF"/>
      </a:lt1>
      <a:dk2>
        <a:srgbClr val="0E5A43"/>
      </a:dk2>
      <a:lt2>
        <a:srgbClr val="EEF3EF"/>
      </a:lt2>
      <a:accent1>
        <a:srgbClr val="0E7A52"/>
      </a:accent1>
      <a:accent2>
        <a:srgbClr val="C9A240"/>
      </a:accent2>
      <a:accent3>
        <a:srgbClr val="2E8B6E"/>
      </a:accent3>
      <a:accent4>
        <a:srgbClr val="5B6B63"/>
      </a:accent4>
      <a:accent5>
        <a:srgbClr val="9FD3BE"/>
      </a:accent5>
      <a:accent6>
        <a:srgbClr val="E7C873"/>
      </a:accent6>
      <a:hlink>
        <a:srgbClr val="0E7A52"/>
      </a:hlink>
      <a:folHlink>
        <a:srgbClr val="5B6B63"/>
      </a:folHlink>
    </a:clrScheme>
    <a:fontScheme name="ProjectMentor Emera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</dc:title>
  <dc:subject>PptxGenJS Presentation</dc:subject>
  <dc:creator>ProjectMentor</dc:creator>
  <cp:lastModifiedBy>ProjectMentor</cp:lastModifiedBy>
  <cp:revision>1</cp:revision>
  <dcterms:created xsi:type="dcterms:W3CDTF">2026-10-01T23:29:44Z</dcterms:created>
  <dcterms:modified xsi:type="dcterms:W3CDTF">2026-10-01T23:29:44Z</dcterms:modified>
</cp:coreProperties>
</file>