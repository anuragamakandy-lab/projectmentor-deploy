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fbb8813-546d-2744-8d25-130467e946e8}">
          <p14:sldIdLst>
            <p14:sldId id="256"/>
          </p14:sldIdLst>
        </p14:section>
        <p14:section name="Problem and solution" id="{8b979187-f00f-3fa7-c5e2-12d634cd44dd}">
          <p14:sldIdLst>
            <p14:sldId id="257"/>
            <p14:sldId id="258"/>
            <p14:sldId id="259"/>
          </p14:sldIdLst>
        </p14:section>
        <p14:section name="How it works" id="{9aa51d6e-ad19-e8a3-a1d0-b367651592a1}">
          <p14:sldIdLst>
            <p14:sldId id="260"/>
            <p14:sldId id="261"/>
          </p14:sldIdLst>
        </p14:section>
        <p14:section name="Results" id="{a63a6f14-6e03-8ece-13f7-915ddc404113}">
          <p14:sldIdLst>
            <p14:sldId id="262"/>
            <p14:sldId id="263"/>
          </p14:sldIdLst>
        </p14:section>
        <p14:section name="Close" id="{047c8368-b36a-e493-a5a2-132d1dc16efc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2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20"/>
                </a:solidFill>
                <a:latin typeface="+mn-lt"/>
              </a:rPr>
              <a:t>Average days to recover an item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0E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FindIt</c:v>
                  </c:pt>
                  <c:pt idx="1">
                    <c:v>With FindIt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6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seconds. Smile, look at the audience, and introduce the team by name. Say the project name and one line about it: "FindIt helps students get lost items back." Do not read the slide word for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minute. Start with the number — it grabs attention. Then explain the three pain points in your own words, with one quick real story if you have one. End with: "So we asked: what if there was one place for all of this?"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minute. Read the one-line solution out loud — this is your key message. Then point to each card briefly. Keep it short: the demo will show the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45 seconds. Objectives should be measurable. Say how you will know each one worked — you will come back to them on the results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1.5 minutes. Walk through the flow from left to right, following one lost wallet as an example. Keep the tech names short — examiners will ask for details if they want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 minutes — this is where you switch to the LIVE DEMO. Show one full journey: report a lost item, see a match, claim it. Have a backup screen recording ready in case the demo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minute. Link back to your objectives: "Our third objective was to return items faster — here is the proof." Explain how you measured it (who, how many, how long). Be honest about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minute. Examiners like honesty. Pick ONE challenge and tell the short story of how you solved it. This shows real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45 seconds. Repeat your key message — people remember the start and the end. Then hand over to questions with confidence: "Thank you. We are happy to take your questions."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listen to the whole question, pause, then answer briefly. If you do not know, say so honestly and explain how you would find out. Never argue with the examiner.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FindIt · Final Year Project · Group 07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FindIt: Campus Lost &amp; Found Portal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Final Year Project Presentation · Group 07 · 2026</a:t>
            </a:r>
            <a:endParaRPr lang="en-US" sz="1600" dirty="0"/>
          </a:p>
        </p:txBody>
      </p:sp>
      <p:sp>
        <p:nvSpPr>
          <p:cNvPr id="4" name="sample note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Sample presentation by ProjectMentor — study the structure, then build your own.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problem: lost items rarely come home</a:t>
            </a:r>
            <a:endParaRPr lang="en-US" sz="2800" dirty="0"/>
          </a:p>
        </p:txBody>
      </p:sp>
      <p:sp>
        <p:nvSpPr>
          <p:cNvPr id="3" name="stat"/>
          <p:cNvSpPr txBox="1"/>
          <p:nvPr/>
        </p:nvSpPr>
        <p:spPr>
          <a:xfrm>
            <a:off x="548640" y="1188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 in 10</a:t>
            </a:r>
            <a:endParaRPr lang="en-US" sz="6000" dirty="0"/>
          </a:p>
        </p:txBody>
      </p:sp>
      <p:sp>
        <p:nvSpPr>
          <p:cNvPr id="4" name="stat label"/>
          <p:cNvSpPr txBox="1"/>
          <p:nvPr/>
        </p:nvSpPr>
        <p:spPr>
          <a:xfrm>
            <a:off x="548640" y="2331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students lost something on campus last semester</a:t>
            </a:r>
            <a:endParaRPr lang="en-US" sz="1500" dirty="0"/>
          </a:p>
        </p:txBody>
      </p:sp>
      <p:sp>
        <p:nvSpPr>
          <p:cNvPr id="5" name="stat caption"/>
          <p:cNvSpPr txBox="1"/>
          <p:nvPr/>
        </p:nvSpPr>
        <p:spPr>
          <a:xfrm>
            <a:off x="54864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Sample survey, n = 120 — replace with your own data</a:t>
            </a:r>
            <a:endParaRPr lang="en-US" sz="1000" dirty="0"/>
          </a:p>
        </p:txBody>
      </p:sp>
      <p:sp>
        <p:nvSpPr>
          <p:cNvPr id="6" name="pain 1 circle"/>
          <p:cNvSpPr/>
          <p:nvPr/>
        </p:nvSpPr>
        <p:spPr>
          <a:xfrm>
            <a:off x="429768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ai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381" y="1309421"/>
            <a:ext cx="307238" cy="307238"/>
          </a:xfrm>
          <a:prstGeom prst="rect">
            <a:avLst/>
          </a:prstGeom>
        </p:spPr>
      </p:pic>
      <p:sp>
        <p:nvSpPr>
          <p:cNvPr id="8" name="pain text 1"/>
          <p:cNvSpPr txBox="1"/>
          <p:nvPr/>
        </p:nvSpPr>
        <p:spPr>
          <a:xfrm>
            <a:off x="5029200" y="1143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single place to report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Lost-item posts are scattered across chat groups and notice boards.</a:t>
            </a:r>
            <a:endParaRPr lang="en-US" sz="1500" dirty="0"/>
          </a:p>
        </p:txBody>
      </p:sp>
      <p:sp>
        <p:nvSpPr>
          <p:cNvPr id="9" name="pain 2 circle"/>
          <p:cNvSpPr/>
          <p:nvPr/>
        </p:nvSpPr>
        <p:spPr>
          <a:xfrm>
            <a:off x="4297680" y="2194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ai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2315261"/>
            <a:ext cx="307238" cy="307238"/>
          </a:xfrm>
          <a:prstGeom prst="rect">
            <a:avLst/>
          </a:prstGeom>
        </p:spPr>
      </p:pic>
      <p:sp>
        <p:nvSpPr>
          <p:cNvPr id="11" name="pain text 2"/>
          <p:cNvSpPr txBox="1"/>
          <p:nvPr/>
        </p:nvSpPr>
        <p:spPr>
          <a:xfrm>
            <a:off x="5029200" y="21488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Hard to find a match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Owners and finders rarely see each other’s posts in time.</a:t>
            </a:r>
            <a:endParaRPr lang="en-US" sz="1500" dirty="0"/>
          </a:p>
        </p:txBody>
      </p:sp>
      <p:sp>
        <p:nvSpPr>
          <p:cNvPr id="12" name="pain 3 circle"/>
          <p:cNvSpPr/>
          <p:nvPr/>
        </p:nvSpPr>
        <p:spPr>
          <a:xfrm>
            <a:off x="4297680" y="3200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pai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381" y="3321101"/>
            <a:ext cx="307238" cy="307238"/>
          </a:xfrm>
          <a:prstGeom prst="rect">
            <a:avLst/>
          </a:prstGeom>
        </p:spPr>
      </p:pic>
      <p:sp>
        <p:nvSpPr>
          <p:cNvPr id="14" name="pain text 3"/>
          <p:cNvSpPr txBox="1"/>
          <p:nvPr/>
        </p:nvSpPr>
        <p:spPr>
          <a:xfrm>
            <a:off x="5029200" y="3154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Items are never returned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After two weeks, most found items are thrown away or kept.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Our solution: FindIt</a:t>
            </a:r>
            <a:endParaRPr lang="en-US" sz="2800" dirty="0"/>
          </a:p>
        </p:txBody>
      </p:sp>
      <p:sp>
        <p:nvSpPr>
          <p:cNvPr id="3" name="solution statement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2"/>
                </a:solidFill>
              </a:rPr>
              <a:t>One place where students report lost and found items — and get matched automatically.</a:t>
            </a:r>
            <a:endParaRPr lang="en-US" sz="2000" dirty="0"/>
          </a:p>
        </p:txBody>
      </p:sp>
      <p:sp>
        <p:nvSpPr>
          <p:cNvPr id="4" name="card 1"/>
          <p:cNvSpPr/>
          <p:nvPr/>
        </p:nvSpPr>
        <p:spPr>
          <a:xfrm>
            <a:off x="548640" y="2148840"/>
            <a:ext cx="251460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1 circle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543861"/>
            <a:ext cx="307238" cy="307238"/>
          </a:xfrm>
          <a:prstGeom prst="rect">
            <a:avLst/>
          </a:prstGeom>
        </p:spPr>
      </p:pic>
      <p:sp>
        <p:nvSpPr>
          <p:cNvPr id="7" name="card title 1"/>
          <p:cNvSpPr txBox="1"/>
          <p:nvPr/>
        </p:nvSpPr>
        <p:spPr>
          <a:xfrm>
            <a:off x="822960" y="3108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 in 30 seconds</a:t>
            </a:r>
            <a:endParaRPr lang="en-US" sz="1500" dirty="0"/>
          </a:p>
        </p:txBody>
      </p:sp>
      <p:sp>
        <p:nvSpPr>
          <p:cNvPr id="8" name="card text 1"/>
          <p:cNvSpPr txBox="1"/>
          <p:nvPr/>
        </p:nvSpPr>
        <p:spPr>
          <a:xfrm>
            <a:off x="8229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Snap a photo, pick a place, done.</a:t>
            </a:r>
            <a:endParaRPr lang="en-US" sz="1200" dirty="0"/>
          </a:p>
        </p:txBody>
      </p:sp>
      <p:sp>
        <p:nvSpPr>
          <p:cNvPr id="9" name="card 2"/>
          <p:cNvSpPr/>
          <p:nvPr/>
        </p:nvSpPr>
        <p:spPr>
          <a:xfrm>
            <a:off x="3314700" y="2148840"/>
            <a:ext cx="251460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2 circle"/>
          <p:cNvSpPr/>
          <p:nvPr/>
        </p:nvSpPr>
        <p:spPr>
          <a:xfrm>
            <a:off x="3589020" y="2423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21" y="2543861"/>
            <a:ext cx="307238" cy="307238"/>
          </a:xfrm>
          <a:prstGeom prst="rect">
            <a:avLst/>
          </a:prstGeom>
        </p:spPr>
      </p:pic>
      <p:sp>
        <p:nvSpPr>
          <p:cNvPr id="12" name="card title 2"/>
          <p:cNvSpPr txBox="1"/>
          <p:nvPr/>
        </p:nvSpPr>
        <p:spPr>
          <a:xfrm>
            <a:off x="3589020" y="3108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Smart matching</a:t>
            </a:r>
            <a:endParaRPr lang="en-US" sz="1500" dirty="0"/>
          </a:p>
        </p:txBody>
      </p:sp>
      <p:sp>
        <p:nvSpPr>
          <p:cNvPr id="13" name="card text 2"/>
          <p:cNvSpPr txBox="1"/>
          <p:nvPr/>
        </p:nvSpPr>
        <p:spPr>
          <a:xfrm>
            <a:off x="358902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Similar lost and found posts are linked for you.</a:t>
            </a:r>
            <a:endParaRPr lang="en-US" sz="1200" dirty="0"/>
          </a:p>
        </p:txBody>
      </p:sp>
      <p:sp>
        <p:nvSpPr>
          <p:cNvPr id="14" name="card 3"/>
          <p:cNvSpPr/>
          <p:nvPr/>
        </p:nvSpPr>
        <p:spPr>
          <a:xfrm>
            <a:off x="6080760" y="2148840"/>
            <a:ext cx="251460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3 circle"/>
          <p:cNvSpPr/>
          <p:nvPr/>
        </p:nvSpPr>
        <p:spPr>
          <a:xfrm>
            <a:off x="6355080" y="2423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ard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81" y="2543861"/>
            <a:ext cx="307238" cy="307238"/>
          </a:xfrm>
          <a:prstGeom prst="rect">
            <a:avLst/>
          </a:prstGeom>
        </p:spPr>
      </p:pic>
      <p:sp>
        <p:nvSpPr>
          <p:cNvPr id="17" name="card title 3"/>
          <p:cNvSpPr txBox="1"/>
          <p:nvPr/>
        </p:nvSpPr>
        <p:spPr>
          <a:xfrm>
            <a:off x="6355080" y="3108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Instant alerts</a:t>
            </a:r>
            <a:endParaRPr lang="en-US" sz="1500" dirty="0"/>
          </a:p>
        </p:txBody>
      </p:sp>
      <p:sp>
        <p:nvSpPr>
          <p:cNvPr id="18" name="card text 3"/>
          <p:cNvSpPr txBox="1"/>
          <p:nvPr/>
        </p:nvSpPr>
        <p:spPr>
          <a:xfrm>
            <a:off x="63550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Get notified the moment a match appears.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3" name="number circle 1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ber 1"/>
          <p:cNvSpPr txBox="1"/>
          <p:nvPr/>
        </p:nvSpPr>
        <p:spPr>
          <a:xfrm>
            <a:off x="5486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objective 1"/>
          <p:cNvSpPr txBox="1"/>
          <p:nvPr/>
        </p:nvSpPr>
        <p:spPr>
          <a:xfrm>
            <a:off x="1325880" y="1188720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Make reporting fast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Let any student report a lost or found item in under 30 seconds.</a:t>
            </a:r>
            <a:endParaRPr lang="en-US" sz="1700" dirty="0"/>
          </a:p>
        </p:txBody>
      </p:sp>
      <p:sp>
        <p:nvSpPr>
          <p:cNvPr id="6" name="number circle 2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ber 2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objective 2"/>
          <p:cNvSpPr txBox="1"/>
          <p:nvPr/>
        </p:nvSpPr>
        <p:spPr>
          <a:xfrm>
            <a:off x="1325880" y="2240280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Match items automatically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Suggest likely matches using category, place and time.</a:t>
            </a:r>
            <a:endParaRPr lang="en-US" sz="1700" dirty="0"/>
          </a:p>
        </p:txBody>
      </p:sp>
      <p:sp>
        <p:nvSpPr>
          <p:cNvPr id="9" name="number circle 3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ber 3"/>
          <p:cNvSpPr txBox="1"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objective 3"/>
          <p:cNvSpPr txBox="1"/>
          <p:nvPr/>
        </p:nvSpPr>
        <p:spPr>
          <a:xfrm>
            <a:off x="1325880" y="3291840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Return more items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Cut the time it takes to get an item back to its owner.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3" name="box 1"/>
          <p:cNvSpPr/>
          <p:nvPr/>
        </p:nvSpPr>
        <p:spPr>
          <a:xfrm>
            <a:off x="548640" y="1417320"/>
            <a:ext cx="1600200" cy="16002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box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00200"/>
            <a:ext cx="502920" cy="502920"/>
          </a:xfrm>
          <a:prstGeom prst="rect">
            <a:avLst/>
          </a:prstGeom>
        </p:spPr>
      </p:pic>
      <p:sp>
        <p:nvSpPr>
          <p:cNvPr id="5" name="box text 1"/>
          <p:cNvSpPr txBox="1"/>
          <p:nvPr/>
        </p:nvSpPr>
        <p:spPr>
          <a:xfrm>
            <a:off x="640080" y="21945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Mobile app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Flutter</a:t>
            </a:r>
            <a:endParaRPr lang="en-US" sz="1400" dirty="0"/>
          </a:p>
        </p:txBody>
      </p:sp>
      <p:sp>
        <p:nvSpPr>
          <p:cNvPr id="6" name="arrow 1"/>
          <p:cNvSpPr/>
          <p:nvPr/>
        </p:nvSpPr>
        <p:spPr>
          <a:xfrm>
            <a:off x="2231136" y="2075688"/>
            <a:ext cx="384048" cy="29260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box 2"/>
          <p:cNvSpPr/>
          <p:nvPr/>
        </p:nvSpPr>
        <p:spPr>
          <a:xfrm>
            <a:off x="2697480" y="1417320"/>
            <a:ext cx="160020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box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00200"/>
            <a:ext cx="502920" cy="502920"/>
          </a:xfrm>
          <a:prstGeom prst="rect">
            <a:avLst/>
          </a:prstGeom>
        </p:spPr>
      </p:pic>
      <p:sp>
        <p:nvSpPr>
          <p:cNvPr id="9" name="box text 2"/>
          <p:cNvSpPr txBox="1"/>
          <p:nvPr/>
        </p:nvSpPr>
        <p:spPr>
          <a:xfrm>
            <a:off x="2788920" y="21945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ASP.NET Core</a:t>
            </a:r>
            <a:endParaRPr lang="en-US" sz="1400" dirty="0"/>
          </a:p>
        </p:txBody>
      </p:sp>
      <p:sp>
        <p:nvSpPr>
          <p:cNvPr id="10" name="arrow 2"/>
          <p:cNvSpPr/>
          <p:nvPr/>
        </p:nvSpPr>
        <p:spPr>
          <a:xfrm>
            <a:off x="4379976" y="2075688"/>
            <a:ext cx="384048" cy="29260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ox 3"/>
          <p:cNvSpPr/>
          <p:nvPr/>
        </p:nvSpPr>
        <p:spPr>
          <a:xfrm>
            <a:off x="4846320" y="1417320"/>
            <a:ext cx="1600200" cy="16002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box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00200"/>
            <a:ext cx="502920" cy="502920"/>
          </a:xfrm>
          <a:prstGeom prst="rect">
            <a:avLst/>
          </a:prstGeom>
        </p:spPr>
      </p:pic>
      <p:sp>
        <p:nvSpPr>
          <p:cNvPr id="13" name="box text 3"/>
          <p:cNvSpPr txBox="1"/>
          <p:nvPr/>
        </p:nvSpPr>
        <p:spPr>
          <a:xfrm>
            <a:off x="4937760" y="21945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4" name="arrow 3"/>
          <p:cNvSpPr/>
          <p:nvPr/>
        </p:nvSpPr>
        <p:spPr>
          <a:xfrm>
            <a:off x="6528816" y="2075688"/>
            <a:ext cx="384048" cy="29260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box 4"/>
          <p:cNvSpPr/>
          <p:nvPr/>
        </p:nvSpPr>
        <p:spPr>
          <a:xfrm>
            <a:off x="6995160" y="1417320"/>
            <a:ext cx="160020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box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00200"/>
            <a:ext cx="502920" cy="502920"/>
          </a:xfrm>
          <a:prstGeom prst="rect">
            <a:avLst/>
          </a:prstGeom>
        </p:spPr>
      </p:pic>
      <p:sp>
        <p:nvSpPr>
          <p:cNvPr id="17" name="box text 4"/>
          <p:cNvSpPr txBox="1"/>
          <p:nvPr/>
        </p:nvSpPr>
        <p:spPr>
          <a:xfrm>
            <a:off x="7086600" y="21945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Matching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Rules + AI</a:t>
            </a:r>
            <a:endParaRPr lang="en-US" sz="1400" dirty="0"/>
          </a:p>
        </p:txBody>
      </p:sp>
      <p:sp>
        <p:nvSpPr>
          <p:cNvPr id="18" name="flow caption"/>
          <p:cNvSpPr txBox="1"/>
          <p:nvPr/>
        </p:nvSpPr>
        <p:spPr>
          <a:xfrm>
            <a:off x="548640" y="3337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 student reports an item on the app → the API saves it → the matching engine checks for similar items → both students are notified.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3" name="feature card 1"/>
          <p:cNvSpPr/>
          <p:nvPr/>
        </p:nvSpPr>
        <p:spPr>
          <a:xfrm>
            <a:off x="548640" y="1188720"/>
            <a:ext cx="3886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eature 1 circle"/>
          <p:cNvSpPr/>
          <p:nvPr/>
        </p:nvSpPr>
        <p:spPr>
          <a:xfrm>
            <a:off x="82296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583741"/>
            <a:ext cx="307238" cy="307238"/>
          </a:xfrm>
          <a:prstGeom prst="rect">
            <a:avLst/>
          </a:prstGeom>
        </p:spPr>
      </p:pic>
      <p:sp>
        <p:nvSpPr>
          <p:cNvPr id="6" name="feature text 1"/>
          <p:cNvSpPr txBox="1"/>
          <p:nvPr/>
        </p:nvSpPr>
        <p:spPr>
          <a:xfrm>
            <a:off x="1554480" y="14173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Photo upload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Attach a picture so owners can recognise their item.</a:t>
            </a:r>
            <a:endParaRPr lang="en-US" sz="1500" dirty="0"/>
          </a:p>
        </p:txBody>
      </p:sp>
      <p:sp>
        <p:nvSpPr>
          <p:cNvPr id="7" name="feature card 2"/>
          <p:cNvSpPr/>
          <p:nvPr/>
        </p:nvSpPr>
        <p:spPr>
          <a:xfrm>
            <a:off x="4709160" y="1188720"/>
            <a:ext cx="3886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eature 2 circle"/>
          <p:cNvSpPr/>
          <p:nvPr/>
        </p:nvSpPr>
        <p:spPr>
          <a:xfrm>
            <a:off x="49834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181" y="1583741"/>
            <a:ext cx="307238" cy="307238"/>
          </a:xfrm>
          <a:prstGeom prst="rect">
            <a:avLst/>
          </a:prstGeom>
        </p:spPr>
      </p:pic>
      <p:sp>
        <p:nvSpPr>
          <p:cNvPr id="10" name="feature text 2"/>
          <p:cNvSpPr txBox="1"/>
          <p:nvPr/>
        </p:nvSpPr>
        <p:spPr>
          <a:xfrm>
            <a:off x="5715000" y="14173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Campus map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Pin the exact building where the item was found.</a:t>
            </a:r>
            <a:endParaRPr lang="en-US" sz="1500" dirty="0"/>
          </a:p>
        </p:txBody>
      </p:sp>
      <p:sp>
        <p:nvSpPr>
          <p:cNvPr id="11" name="feature card 3"/>
          <p:cNvSpPr/>
          <p:nvPr/>
        </p:nvSpPr>
        <p:spPr>
          <a:xfrm>
            <a:off x="548640" y="2788920"/>
            <a:ext cx="3886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eature 3 circle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183941"/>
            <a:ext cx="307238" cy="307238"/>
          </a:xfrm>
          <a:prstGeom prst="rect">
            <a:avLst/>
          </a:prstGeom>
        </p:spPr>
      </p:pic>
      <p:sp>
        <p:nvSpPr>
          <p:cNvPr id="14" name="feature text 3"/>
          <p:cNvSpPr txBox="1"/>
          <p:nvPr/>
        </p:nvSpPr>
        <p:spPr>
          <a:xfrm>
            <a:off x="1554480" y="30175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Safe claiming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Owners answer a check question before an item is handed over.</a:t>
            </a:r>
            <a:endParaRPr lang="en-US" sz="1500" dirty="0"/>
          </a:p>
        </p:txBody>
      </p:sp>
      <p:sp>
        <p:nvSpPr>
          <p:cNvPr id="15" name="feature card 4"/>
          <p:cNvSpPr/>
          <p:nvPr/>
        </p:nvSpPr>
        <p:spPr>
          <a:xfrm>
            <a:off x="4709160" y="2788920"/>
            <a:ext cx="3886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eature 4 circle"/>
          <p:cNvSpPr/>
          <p:nvPr/>
        </p:nvSpPr>
        <p:spPr>
          <a:xfrm>
            <a:off x="498348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181" y="3183941"/>
            <a:ext cx="307238" cy="307238"/>
          </a:xfrm>
          <a:prstGeom prst="rect">
            <a:avLst/>
          </a:prstGeom>
        </p:spPr>
      </p:pic>
      <p:sp>
        <p:nvSpPr>
          <p:cNvPr id="18" name="feature text 4"/>
          <p:cNvSpPr txBox="1"/>
          <p:nvPr/>
        </p:nvSpPr>
        <p:spPr>
          <a:xfrm>
            <a:off x="5715000" y="30175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 dashboard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Staff see open cases and return rates at a glance.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</a:t>
            </a:r>
            <a:endParaRPr lang="en-US" sz="2800" dirty="0"/>
          </a:p>
        </p:txBody>
      </p:sp>
      <p:graphicFrame>
        <p:nvGraphicFramePr>
          <p:cNvPr id="3" name="results chart" descr=""/>
          <p:cNvGraphicFramePr/>
          <p:nvPr/>
        </p:nvGraphicFramePr>
        <p:xfrm>
          <a:off x="548640" y="114300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ults stat"/>
          <p:cNvSpPr txBox="1"/>
          <p:nvPr/>
        </p:nvSpPr>
        <p:spPr>
          <a:xfrm>
            <a:off x="585216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−78%</a:t>
            </a:r>
            <a:endParaRPr lang="en-US" sz="5400" dirty="0"/>
          </a:p>
        </p:txBody>
      </p:sp>
      <p:sp>
        <p:nvSpPr>
          <p:cNvPr id="5" name="results label"/>
          <p:cNvSpPr txBox="1"/>
          <p:nvPr/>
        </p:nvSpPr>
        <p:spPr>
          <a:xfrm>
            <a:off x="5852160" y="2377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less time to get an item back in our 4-week pilot</a:t>
            </a:r>
            <a:endParaRPr lang="en-US" sz="1400" dirty="0"/>
          </a:p>
        </p:txBody>
      </p:sp>
      <p:sp>
        <p:nvSpPr>
          <p:cNvPr id="6" name="results caption"/>
          <p:cNvSpPr txBox="1"/>
          <p:nvPr/>
        </p:nvSpPr>
        <p:spPr>
          <a:xfrm>
            <a:off x="58521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Sample pilot data — replace with your own results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Challenges and what we learned</a:t>
            </a:r>
            <a:endParaRPr lang="en-US" sz="2800" dirty="0"/>
          </a:p>
        </p:txBody>
      </p:sp>
      <p:sp>
        <p:nvSpPr>
          <p:cNvPr id="3" name="column card 1"/>
          <p:cNvSpPr/>
          <p:nvPr/>
        </p:nvSpPr>
        <p:spPr>
          <a:xfrm>
            <a:off x="548640" y="1188720"/>
            <a:ext cx="38862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umn 1 circle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olum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527962"/>
            <a:ext cx="281635" cy="281635"/>
          </a:xfrm>
          <a:prstGeom prst="rect">
            <a:avLst/>
          </a:prstGeom>
        </p:spPr>
      </p:pic>
      <p:sp>
        <p:nvSpPr>
          <p:cNvPr id="6" name="column title 1"/>
          <p:cNvSpPr txBox="1"/>
          <p:nvPr/>
        </p:nvSpPr>
        <p:spPr>
          <a:xfrm>
            <a:off x="146304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Challenges</a:t>
            </a:r>
            <a:endParaRPr lang="en-US" sz="1700" dirty="0"/>
          </a:p>
        </p:txBody>
      </p:sp>
      <p:sp>
        <p:nvSpPr>
          <p:cNvPr id="7" name="column list 1"/>
          <p:cNvSpPr txBox="1"/>
          <p:nvPr/>
        </p:nvSpPr>
        <p:spPr>
          <a:xfrm>
            <a:off x="822960" y="2103120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Matching items that are described in different words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Keeping student data private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Testing with real users in a short time</a:t>
            </a:r>
            <a:endParaRPr lang="en-US" sz="1300" dirty="0"/>
          </a:p>
        </p:txBody>
      </p:sp>
      <p:sp>
        <p:nvSpPr>
          <p:cNvPr id="8" name="column card 2"/>
          <p:cNvSpPr/>
          <p:nvPr/>
        </p:nvSpPr>
        <p:spPr>
          <a:xfrm>
            <a:off x="4709160" y="1188720"/>
            <a:ext cx="38862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lumn 2 circle"/>
          <p:cNvSpPr/>
          <p:nvPr/>
        </p:nvSpPr>
        <p:spPr>
          <a:xfrm>
            <a:off x="4983480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olum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122" y="1527962"/>
            <a:ext cx="281635" cy="281635"/>
          </a:xfrm>
          <a:prstGeom prst="rect">
            <a:avLst/>
          </a:prstGeom>
        </p:spPr>
      </p:pic>
      <p:sp>
        <p:nvSpPr>
          <p:cNvPr id="11" name="column title 2"/>
          <p:cNvSpPr txBox="1"/>
          <p:nvPr/>
        </p:nvSpPr>
        <p:spPr>
          <a:xfrm>
            <a:off x="562356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What we learned</a:t>
            </a:r>
            <a:endParaRPr lang="en-US" sz="1700" dirty="0"/>
          </a:p>
        </p:txBody>
      </p:sp>
      <p:sp>
        <p:nvSpPr>
          <p:cNvPr id="12" name="column list 2"/>
          <p:cNvSpPr txBox="1"/>
          <p:nvPr/>
        </p:nvSpPr>
        <p:spPr>
          <a:xfrm>
            <a:off x="4983480" y="2103120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Start with simple rule-based matching, then improve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Design the database before writing code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Show users early — their feedback changed our design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key takeaway"/>
          <p:cNvSpPr txBox="1"/>
          <p:nvPr/>
        </p:nvSpPr>
        <p:spPr>
          <a:xfrm>
            <a:off x="548640" y="12344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FindIt makes lost items easy to report, easy to match, and far more likely to come home.</a:t>
            </a:r>
            <a:endParaRPr lang="en-US" sz="2200" dirty="0"/>
          </a:p>
        </p:txBody>
      </p:sp>
      <p:sp>
        <p:nvSpPr>
          <p:cNvPr id="4" name="takeaway support"/>
          <p:cNvSpPr txBox="1"/>
          <p:nvPr/>
        </p:nvSpPr>
        <p:spPr>
          <a:xfrm>
            <a:off x="548640" y="3063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All three objectives were met in the pilot.</a:t>
            </a:r>
            <a:endParaRPr lang="en-US" sz="1300" dirty="0"/>
          </a:p>
        </p:txBody>
      </p:sp>
      <p:sp>
        <p:nvSpPr>
          <p:cNvPr id="5" name="next steps card"/>
          <p:cNvSpPr/>
          <p:nvPr/>
        </p:nvSpPr>
        <p:spPr>
          <a:xfrm>
            <a:off x="4937760" y="1188720"/>
            <a:ext cx="365760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ext steps circle"/>
          <p:cNvSpPr/>
          <p:nvPr/>
        </p:nvSpPr>
        <p:spPr>
          <a:xfrm>
            <a:off x="5212080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next ste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2722" y="1527962"/>
            <a:ext cx="281635" cy="281635"/>
          </a:xfrm>
          <a:prstGeom prst="rect">
            <a:avLst/>
          </a:prstGeom>
        </p:spPr>
      </p:pic>
      <p:sp>
        <p:nvSpPr>
          <p:cNvPr id="8" name="next steps title"/>
          <p:cNvSpPr txBox="1"/>
          <p:nvPr/>
        </p:nvSpPr>
        <p:spPr>
          <a:xfrm>
            <a:off x="585216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Next steps</a:t>
            </a:r>
            <a:endParaRPr lang="en-US" sz="1700" dirty="0"/>
          </a:p>
        </p:txBody>
      </p:sp>
      <p:sp>
        <p:nvSpPr>
          <p:cNvPr id="9" name="next steps list"/>
          <p:cNvSpPr txBox="1"/>
          <p:nvPr/>
        </p:nvSpPr>
        <p:spPr>
          <a:xfrm>
            <a:off x="5212080" y="2103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Launch FindIt across the whole campus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 QR stickers for valuable items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 AI image matching for photos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 — questions?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github.com/group07/findit  ·  group07@university.edu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Mentor Emerald">
  <a:themeElements>
    <a:clrScheme name="ProjectMentor Emerald">
      <a:dk1>
        <a:srgbClr val="1B2420"/>
      </a:dk1>
      <a:lt1>
        <a:srgbClr val="FFFFFF"/>
      </a:lt1>
      <a:dk2>
        <a:srgbClr val="0E5A43"/>
      </a:dk2>
      <a:lt2>
        <a:srgbClr val="EEF3EF"/>
      </a:lt2>
      <a:accent1>
        <a:srgbClr val="0E7A52"/>
      </a:accent1>
      <a:accent2>
        <a:srgbClr val="C9A240"/>
      </a:accent2>
      <a:accent3>
        <a:srgbClr val="2E8B6E"/>
      </a:accent3>
      <a:accent4>
        <a:srgbClr val="5B6B63"/>
      </a:accent4>
      <a:accent5>
        <a:srgbClr val="9FD3BE"/>
      </a:accent5>
      <a:accent6>
        <a:srgbClr val="E7C873"/>
      </a:accent6>
      <a:hlink>
        <a:srgbClr val="0E7A52"/>
      </a:hlink>
      <a:folHlink>
        <a:srgbClr val="5B6B63"/>
      </a:folHlink>
    </a:clrScheme>
    <a:fontScheme name="ProjectMentor Emera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FindIt — Campus Lost &amp; Found (sample presentation)</dc:title>
  <dc:subject>PptxGenJS Presentation</dc:subject>
  <dc:creator>ProjectMentor</dc:creator>
  <cp:lastModifiedBy>ProjectMentor</cp:lastModifiedBy>
  <cp:revision>1</cp:revision>
  <dcterms:created xsi:type="dcterms:W3CDTF">2026-10-01T22:29:02Z</dcterms:created>
  <dcterms:modified xsi:type="dcterms:W3CDTF">2026-10-01T22:29:02Z</dcterms:modified>
</cp:coreProperties>
</file>